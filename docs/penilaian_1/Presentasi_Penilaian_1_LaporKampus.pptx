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Master1"/>
  </p:sldMasterIdLst>
  <p:sldIdLst>
    <p:sldId id="256" r:id="rIdSlide1"/>
    <p:sldId id="257" r:id="rIdSlide2"/>
    <p:sldId id="258" r:id="rIdSlide3"/>
    <p:sldId id="259" r:id="rIdSlide4"/>
    <p:sldId id="260" r:id="rIdSlide5"/>
    <p:sldId id="261" r:id="rIdSlide6"/>
    <p:sldId id="262" r:id="rIdSlide7"/>
    <p:sldId id="263" r:id="rIdSlide8"/>
    <p:sldId id="264" r:id="rIdSlide9"/>
    <p:sldId id="265" r:id="rIdSlide10"/>
  </p:sld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Master1" Type="http://schemas.openxmlformats.org/officeDocument/2006/relationships/slideMaster" Target="slideMasters/slideMaster1.xml"/>
  <Relationship Id="rIdTheme1" Type="http://schemas.openxmlformats.org/officeDocument/2006/relationships/theme" Target="theme/theme1.xml"/>
  <Relationship Id="rIdSlide1" Type="http://schemas.openxmlformats.org/officeDocument/2006/relationships/slide" Target="slides/slide1.xml"/>
  <Relationship Id="rIdSlide2" Type="http://schemas.openxmlformats.org/officeDocument/2006/relationships/slide" Target="slides/slide2.xml"/>
  <Relationship Id="rIdSlide3" Type="http://schemas.openxmlformats.org/officeDocument/2006/relationships/slide" Target="slides/slide3.xml"/>
  <Relationship Id="rIdSlide4" Type="http://schemas.openxmlformats.org/officeDocument/2006/relationships/slide" Target="slides/slide4.xml"/>
  <Relationship Id="rIdSlide5" Type="http://schemas.openxmlformats.org/officeDocument/2006/relationships/slide" Target="slides/slide5.xml"/>
  <Relationship Id="rIdSlide6" Type="http://schemas.openxmlformats.org/officeDocument/2006/relationships/slide" Target="slides/slide6.xml"/>
  <Relationship Id="rIdSlide7" Type="http://schemas.openxmlformats.org/officeDocument/2006/relationships/slide" Target="slides/slide7.xml"/>
  <Relationship Id="rIdSlide8" Type="http://schemas.openxmlformats.org/officeDocument/2006/relationships/slide" Target="slides/slide8.xml"/>
  <Relationship Id="rIdSlide9" Type="http://schemas.openxmlformats.org/officeDocument/2006/relationships/slide" Target="slides/slide9.xml"/>
  <Relationship Id="rIdSlide10" Type="http://schemas.openxmlformats.org/officeDocument/2006/relationships/slide" Target="slides/slide10.xml"/>
</Relationships>
</file>

<file path=ppt/slideLayouts/_rels/slideLayout1.xml.rels><?xml version="1.0" encoding="UTF-8" standalone="yes"?>
<Relationships xmlns="http://schemas.openxmlformats.org/package/2006/relationships">
  <Relationship Id="rIdMaster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Layout1" Type="http://schemas.openxmlformats.org/officeDocument/2006/relationships/slideLayout" Target="../slideLayouts/slideLayout1.xml"/>
  <Relationship Id="rIdTheme1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</p:sldLayoutIdLst>
</p:sldMaster>
</file>

<file path=ppt/slides/_rels/slide1.xml.rels><?xml version="1.0" encoding="UTF-8" standalone="yes"?>
<Relationships xmlns="http://schemas.openxmlformats.org/package/2006/relationships">
  <Relationship Id="rIdLayout1" Type="http://schemas.openxmlformats.org/officeDocument/2006/relationships/slideLayout" Target="../slideLayouts/slideLayout1.xml"/>
  <Relationship Id="rIdImg1" Type="http://schemas.openxmlformats.org/officeDocument/2006/relationships/image" Target="../media/slide1.png"/>
</Relationships>
</file>

<file path=ppt/slides/_rels/slide2.xml.rels><?xml version="1.0" encoding="UTF-8" standalone="yes"?>
<Relationships xmlns="http://schemas.openxmlformats.org/package/2006/relationships">
  <Relationship Id="rIdLayout1" Type="http://schemas.openxmlformats.org/officeDocument/2006/relationships/slideLayout" Target="../slideLayouts/slideLayout1.xml"/>
  <Relationship Id="rIdImg1" Type="http://schemas.openxmlformats.org/officeDocument/2006/relationships/image" Target="../media/slide2.png"/>
</Relationships>
</file>

<file path=ppt/slides/_rels/slide3.xml.rels><?xml version="1.0" encoding="UTF-8" standalone="yes"?>
<Relationships xmlns="http://schemas.openxmlformats.org/package/2006/relationships">
  <Relationship Id="rIdLayout1" Type="http://schemas.openxmlformats.org/officeDocument/2006/relationships/slideLayout" Target="../slideLayouts/slideLayout1.xml"/>
  <Relationship Id="rIdImg1" Type="http://schemas.openxmlformats.org/officeDocument/2006/relationships/image" Target="../media/slide3.png"/>
</Relationships>
</file>

<file path=ppt/slides/_rels/slide4.xml.rels><?xml version="1.0" encoding="UTF-8" standalone="yes"?>
<Relationships xmlns="http://schemas.openxmlformats.org/package/2006/relationships">
  <Relationship Id="rIdLayout1" Type="http://schemas.openxmlformats.org/officeDocument/2006/relationships/slideLayout" Target="../slideLayouts/slideLayout1.xml"/>
  <Relationship Id="rIdImg1" Type="http://schemas.openxmlformats.org/officeDocument/2006/relationships/image" Target="../media/slide4.png"/>
</Relationships>
</file>

<file path=ppt/slides/_rels/slide5.xml.rels><?xml version="1.0" encoding="UTF-8" standalone="yes"?>
<Relationships xmlns="http://schemas.openxmlformats.org/package/2006/relationships">
  <Relationship Id="rIdLayout1" Type="http://schemas.openxmlformats.org/officeDocument/2006/relationships/slideLayout" Target="../slideLayouts/slideLayout1.xml"/>
  <Relationship Id="rIdImg1" Type="http://schemas.openxmlformats.org/officeDocument/2006/relationships/image" Target="../media/slide5.png"/>
</Relationships>
</file>

<file path=ppt/slides/_rels/slide6.xml.rels><?xml version="1.0" encoding="UTF-8" standalone="yes"?>
<Relationships xmlns="http://schemas.openxmlformats.org/package/2006/relationships">
  <Relationship Id="rIdLayout1" Type="http://schemas.openxmlformats.org/officeDocument/2006/relationships/slideLayout" Target="../slideLayouts/slideLayout1.xml"/>
  <Relationship Id="rIdImg1" Type="http://schemas.openxmlformats.org/officeDocument/2006/relationships/image" Target="../media/slide6.png"/>
</Relationships>
</file>

<file path=ppt/slides/_rels/slide7.xml.rels><?xml version="1.0" encoding="UTF-8" standalone="yes"?>
<Relationships xmlns="http://schemas.openxmlformats.org/package/2006/relationships">
  <Relationship Id="rIdLayout1" Type="http://schemas.openxmlformats.org/officeDocument/2006/relationships/slideLayout" Target="../slideLayouts/slideLayout1.xml"/>
  <Relationship Id="rIdImg1" Type="http://schemas.openxmlformats.org/officeDocument/2006/relationships/image" Target="../media/slide7.png"/>
</Relationships>
</file>

<file path=ppt/slides/_rels/slide8.xml.rels><?xml version="1.0" encoding="UTF-8" standalone="yes"?>
<Relationships xmlns="http://schemas.openxmlformats.org/package/2006/relationships">
  <Relationship Id="rIdLayout1" Type="http://schemas.openxmlformats.org/officeDocument/2006/relationships/slideLayout" Target="../slideLayouts/slideLayout1.xml"/>
  <Relationship Id="rIdImg1" Type="http://schemas.openxmlformats.org/officeDocument/2006/relationships/image" Target="../media/slide8.png"/>
</Relationships>
</file>

<file path=ppt/slides/_rels/slide9.xml.rels><?xml version="1.0" encoding="UTF-8" standalone="yes"?>
<Relationships xmlns="http://schemas.openxmlformats.org/package/2006/relationships">
  <Relationship Id="rIdLayout1" Type="http://schemas.openxmlformats.org/officeDocument/2006/relationships/slideLayout" Target="../slideLayouts/slideLayout1.xml"/>
  <Relationship Id="rIdImg1" Type="http://schemas.openxmlformats.org/officeDocument/2006/relationships/image" Target="../media/slide9.png"/>
</Relationships>
</file>

<file path=ppt/slides/_rels/slide10.xml.rels><?xml version="1.0" encoding="UTF-8" standalone="yes"?>
<Relationships xmlns="http://schemas.openxmlformats.org/package/2006/relationships">
  <Relationship Id="rIdLayout1" Type="http://schemas.openxmlformats.org/officeDocument/2006/relationships/slideLayout" Target="../slideLayouts/slideLayout1.xml"/>
  <Relationship Id="rIdImg1" Type="http://schemas.openxmlformats.org/officeDocument/2006/relationships/image" Target="../media/slide10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1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2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3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4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5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6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7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8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9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10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aporKampusTheme">
  <a:themeElements>
    <a:clrScheme name="LaporKampus">
      <a:dk1>
        <a:srgbClr val="0F172A"/>
      </a:dk1>
      <a:lt1>
        <a:srgbClr val="FFFFFF"/>
      </a:lt1>
      <a:dk2>
        <a:srgbClr val="1E293B"/>
      </a:dk2>
      <a:lt2>
        <a:srgbClr val="F8FAFC"/>
      </a:lt2>
      <a:accent1>
        <a:srgbClr val="1E3A8A"/>
      </a:accent1>
      <a:accent2>
        <a:srgbClr val="0D9488"/>
      </a:accent2>
      <a:accent3>
        <a:srgbClr val="D97706"/>
      </a:accent3>
      <a:accent4>
        <a:srgbClr val="E11D48"/>
      </a:accent4>
      <a:accent5>
        <a:srgbClr val="7C3AED"/>
      </a:accent5>
      <a:accent6>
        <a:srgbClr val="059669"/>
      </a:accent6>
      <a:hlink>
        <a:srgbClr val="2563EB"/>
      </a:hlink>
      <a:folHlink>
        <a:srgbClr val="7C3AED"/>
      </a:folHlink>
    </a:clrScheme>
    <a:fontScheme name="LaporKampusFonts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aporKampusFm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