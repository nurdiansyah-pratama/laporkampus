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61A3435-888E-3B20-D0EF-388E06436D01}"/>
              </a:ext>
            </a:extLst>
          </p:cNvPr>
          <p:cNvSpPr/>
          <p:nvPr/>
        </p:nvSpPr>
        <p:spPr>
          <a:xfrm>
            <a:off x="8495414" y="446567"/>
            <a:ext cx="3322674" cy="3083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F7BEDA9-8ECB-C7B7-4801-49FEDC80F6B9}"/>
              </a:ext>
            </a:extLst>
          </p:cNvPr>
          <p:cNvSpPr/>
          <p:nvPr/>
        </p:nvSpPr>
        <p:spPr>
          <a:xfrm>
            <a:off x="8495414" y="303028"/>
            <a:ext cx="3322674" cy="467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C6E4AE-E03C-CA80-A0A0-4B6B3BF1C905}"/>
              </a:ext>
            </a:extLst>
          </p:cNvPr>
          <p:cNvSpPr/>
          <p:nvPr/>
        </p:nvSpPr>
        <p:spPr>
          <a:xfrm>
            <a:off x="8495414" y="303028"/>
            <a:ext cx="3322674" cy="467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DD8319-38A2-862C-B3C4-13D6E6C25A9B}"/>
              </a:ext>
            </a:extLst>
          </p:cNvPr>
          <p:cNvSpPr/>
          <p:nvPr/>
        </p:nvSpPr>
        <p:spPr>
          <a:xfrm>
            <a:off x="8495414" y="303028"/>
            <a:ext cx="3322674" cy="467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C711C52-F696-5915-B941-A81A97C50EB0}"/>
              </a:ext>
            </a:extLst>
          </p:cNvPr>
          <p:cNvSpPr/>
          <p:nvPr/>
        </p:nvSpPr>
        <p:spPr>
          <a:xfrm>
            <a:off x="8495414" y="303028"/>
            <a:ext cx="3322674" cy="467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DA6B95-B55E-F89A-B7BE-1D90363A41C7}"/>
              </a:ext>
            </a:extLst>
          </p:cNvPr>
          <p:cNvSpPr/>
          <p:nvPr/>
        </p:nvSpPr>
        <p:spPr>
          <a:xfrm>
            <a:off x="8495414" y="303028"/>
            <a:ext cx="3322674" cy="467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porKampusTheme">
  <a:themeElements>
    <a:clrScheme name="LaporKampus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1E3A8A"/>
      </a:accent1>
      <a:accent2>
        <a:srgbClr val="0D9488"/>
      </a:accent2>
      <a:accent3>
        <a:srgbClr val="D97706"/>
      </a:accent3>
      <a:accent4>
        <a:srgbClr val="E11D48"/>
      </a:accent4>
      <a:accent5>
        <a:srgbClr val="7C3AED"/>
      </a:accent5>
      <a:accent6>
        <a:srgbClr val="059669"/>
      </a:accent6>
      <a:hlink>
        <a:srgbClr val="2563EB"/>
      </a:hlink>
      <a:folHlink>
        <a:srgbClr val="7C3AED"/>
      </a:folHlink>
    </a:clrScheme>
    <a:fontScheme name="LaporKampus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porKampusF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LaporKampusTheme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nurdiansyah pratama</cp:lastModifiedBy>
  <cp:revision>2</cp:revision>
  <dcterms:modified xsi:type="dcterms:W3CDTF">2026-10-26T07:06:50Z</dcterms:modified>
</cp:coreProperties>
</file>